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3" autoAdjust="0"/>
    <p:restoredTop sz="94660"/>
  </p:normalViewPr>
  <p:slideViewPr>
    <p:cSldViewPr snapToGrid="0">
      <p:cViewPr>
        <p:scale>
          <a:sx n="125" d="100"/>
          <a:sy n="125" d="100"/>
        </p:scale>
        <p:origin x="316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B57F5-2610-475D-BC85-2039FE2D7D09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327B2-3E21-4D12-9BAA-E3200916AD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203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327B2-3E21-4D12-9BAA-E3200916ADF2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435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D6E34-A47F-72AA-D94B-0F716EDD9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9674-C7D7-141F-F4D3-B90AD85C1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E1AAD-39B7-5ECF-B2F2-13503848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6289-F67C-1D28-647E-121D293D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78F11-A7FC-0D30-45F4-284B1CA1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606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4AA53-71B1-3153-DE8A-D2D2AAA4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88989-FB3E-D3EF-DCC6-D40E8EF69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7EFE1-DF34-6B68-7EEC-07E50E1F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FB4DB-83CD-2AF7-E7CD-9C32FB9A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1E4EC-5D13-628F-FB5C-27BA775C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954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B48F-567A-D3AE-8E7E-0F56E1483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F7C3E-CCDC-5137-7D93-3A270786E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8BAE5-0B97-06B1-3B81-55461C7AE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F3AE2-8A0B-808C-E422-0367175E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513A0-179C-831C-5B5D-4C876A1C0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4689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E8F2-5727-D408-FE3E-E034BBDA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1B1EE-C694-E579-8586-2223A1A69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24C-9E73-FEB1-C379-554A4CD6F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93D41-7E4D-8ABA-9021-4977C15BE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9CDFF-6E71-36FE-BC25-0E241E94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04DFC-20DC-C705-2FE8-BD5ACE2C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894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9ECC-5E21-E743-4661-29B081C9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63469-87C8-48B0-3C14-328C66E8B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7654A-9527-182C-9F24-5FDB03BE0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A7E07-8650-C335-870D-94000A156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525EA-ADB6-7AC2-5E76-0CAE242E8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D2250B-42BD-85FE-1ED2-2B3F843D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94178-DF2D-EFD7-C03C-DE084B9E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61102F-39E6-D77F-1983-A2E49DE6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883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F8FD-D4FE-D7FA-434E-AB16A7E2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0028E-F4BC-68CF-7A42-8A2380BF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2F3E9-B9EA-6F02-54E7-00506838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A2420-2880-BBA5-F769-554E5806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808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42E3F-F6B1-8402-B4B1-6BB4434D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3FEAC-16B2-34CD-FD22-4E73B5FD4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4607-9354-D71A-65E4-6A154527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115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B3E3-F72C-42B7-28F9-1E2BA02E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E5F18-F903-0956-052A-F5BD1AB5F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5DF8-6799-8441-C709-2947B9DB0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907EB-483F-746B-3890-E48461F4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52662-B5DE-0785-7441-6868AA79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1F83C-8BAA-776A-7060-AE64D563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371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B86D-B040-6D27-3CA2-2B15EB8D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1D5F5-EA38-1778-2D23-BECA7FB71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8FC5E-FA5F-5399-1A0E-82DB3B136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F3B8E-C502-EFE9-A41C-BF597FA8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F21E1-24C5-80C8-D3F5-C0672A36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3938D-E5D7-294D-ED6A-C957BA66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450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A774-80FD-E1E0-61C5-822863EA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D1C44-8D6F-50D3-AAB2-4E3824FAD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3EB54-06A5-8992-4301-FFBB7F3E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0A33B-42A4-CD69-8E16-1F7247CB3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C17BD-2697-2FE6-6FBB-650758CA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307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6EC925-4EAE-2B8F-19D8-CC01741BE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B4CB4-8FFF-087B-8CA3-25135D723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934F-0267-0D1F-B484-BF6D3E80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FB9AE-C03A-10B1-1D6B-F78FCA95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1851-21BA-F6C8-0AFD-05E27DCF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110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78BA-A070-D888-CE2B-BF947BA8D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028A8-E124-B5E7-B170-8EDDAF022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1069-E70B-829A-85A4-0E677F78F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FB78B-3584-49F9-BB1E-372292A83E05}" type="datetimeFigureOut">
              <a:rPr lang="LID4096" smtClean="0"/>
              <a:t>01/05/2026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EECA1-BB58-5F1B-D218-8297E1311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B2B9B-C818-B300-F7BA-EF4023CA8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B36BE-C937-4F3C-8915-0ABC0AE8EF7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238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1B9BF67-7AF2-E286-9A07-2079C3D6B877}"/>
              </a:ext>
            </a:extLst>
          </p:cNvPr>
          <p:cNvCxnSpPr/>
          <p:nvPr/>
        </p:nvCxnSpPr>
        <p:spPr>
          <a:xfrm>
            <a:off x="666387" y="5919609"/>
            <a:ext cx="11319641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50B626F-3B46-482F-F572-891518E487D4}"/>
              </a:ext>
            </a:extLst>
          </p:cNvPr>
          <p:cNvCxnSpPr>
            <a:cxnSpLocks/>
          </p:cNvCxnSpPr>
          <p:nvPr/>
        </p:nvCxnSpPr>
        <p:spPr>
          <a:xfrm flipV="1">
            <a:off x="807259" y="407984"/>
            <a:ext cx="0" cy="5664025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7E41398-B9F3-FF49-2EFB-E84C5F88FDFD}"/>
              </a:ext>
            </a:extLst>
          </p:cNvPr>
          <p:cNvSpPr/>
          <p:nvPr/>
        </p:nvSpPr>
        <p:spPr>
          <a:xfrm>
            <a:off x="10143565" y="906175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Treiterer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Myers, 1974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USA-Ohio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366 m – 150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AA25C-3ACE-AF23-5D83-4CA9C89A847A}"/>
              </a:ext>
            </a:extLst>
          </p:cNvPr>
          <p:cNvSpPr txBox="1"/>
          <p:nvPr/>
        </p:nvSpPr>
        <p:spPr>
          <a:xfrm>
            <a:off x="154536" y="4795217"/>
            <a:ext cx="74100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 m</a:t>
            </a:r>
            <a:endParaRPr lang="nl-BE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3DACD6-CED6-72C2-D8D3-5903BE232AFF}"/>
              </a:ext>
            </a:extLst>
          </p:cNvPr>
          <p:cNvSpPr/>
          <p:nvPr/>
        </p:nvSpPr>
        <p:spPr>
          <a:xfrm>
            <a:off x="10147115" y="912762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Hoogendoorn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2003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Netherlands - Utrecht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520 m – 15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8D9B75-769F-B314-EADA-ADA4FDB6C3A3}"/>
              </a:ext>
            </a:extLst>
          </p:cNvPr>
          <p:cNvSpPr/>
          <p:nvPr/>
        </p:nvSpPr>
        <p:spPr>
          <a:xfrm>
            <a:off x="10150665" y="917359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NGSIM 2007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 - California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640 m – 15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BBD1B-C21B-F213-295E-CA11F5B2416B}"/>
              </a:ext>
            </a:extLst>
          </p:cNvPr>
          <p:cNvSpPr/>
          <p:nvPr/>
        </p:nvSpPr>
        <p:spPr>
          <a:xfrm>
            <a:off x="10143565" y="901985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Shariat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2011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Iran - Tehran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320 m – 120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01C245-9930-582B-7D81-ABE72E0C6C05}"/>
              </a:ext>
            </a:extLst>
          </p:cNvPr>
          <p:cNvSpPr/>
          <p:nvPr/>
        </p:nvSpPr>
        <p:spPr>
          <a:xfrm>
            <a:off x="10143565" y="916751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Kanagaraj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2015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 - Chennai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245 m – 1650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9DC284-88A0-994E-9446-ECD3E20DDA95}"/>
              </a:ext>
            </a:extLst>
          </p:cNvPr>
          <p:cNvSpPr/>
          <p:nvPr/>
        </p:nvSpPr>
        <p:spPr>
          <a:xfrm>
            <a:off x="10147115" y="898436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 Beinum et al., 2018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Netherlands - various sites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1100 m – 30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9DF626-3BED-F3C4-A8E5-51F73D483096}"/>
              </a:ext>
            </a:extLst>
          </p:cNvPr>
          <p:cNvSpPr/>
          <p:nvPr/>
        </p:nvSpPr>
        <p:spPr>
          <a:xfrm>
            <a:off x="10143565" y="903364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Raju et al., 2018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 - Mumbai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 m – 35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94B002-6BD4-7E92-3657-4E6E2101FAA7}"/>
              </a:ext>
            </a:extLst>
          </p:cNvPr>
          <p:cNvSpPr/>
          <p:nvPr/>
        </p:nvSpPr>
        <p:spPr>
          <a:xfrm>
            <a:off x="10143565" y="909578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Kaufmann et al., 2018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Germany - Düsseldorf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 m – 14.5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52145A-F82F-6FD1-A84C-61E87FB7B537}"/>
              </a:ext>
            </a:extLst>
          </p:cNvPr>
          <p:cNvSpPr/>
          <p:nvPr/>
        </p:nvSpPr>
        <p:spPr>
          <a:xfrm>
            <a:off x="10150665" y="887252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2018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Germany - Cologne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420 m – 17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66DF7D-39A2-FD30-B6DF-36D72D4855CE}"/>
              </a:ext>
            </a:extLst>
          </p:cNvPr>
          <p:cNvSpPr/>
          <p:nvPr/>
        </p:nvSpPr>
        <p:spPr>
          <a:xfrm>
            <a:off x="10157765" y="912762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Zhan et al., 2019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China - various sites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170 m – 260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4489D4-F4D1-84E3-7B58-514D9D4D223E}"/>
              </a:ext>
            </a:extLst>
          </p:cNvPr>
          <p:cNvSpPr/>
          <p:nvPr/>
        </p:nvSpPr>
        <p:spPr>
          <a:xfrm>
            <a:off x="10164865" y="894889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Liu et al., 2021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China - Suzhou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 m – 30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C035B4-AFBC-0296-E3F1-CD25391E957A}"/>
              </a:ext>
            </a:extLst>
          </p:cNvPr>
          <p:cNvSpPr txBox="1"/>
          <p:nvPr/>
        </p:nvSpPr>
        <p:spPr>
          <a:xfrm>
            <a:off x="146898" y="3888905"/>
            <a:ext cx="74100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m</a:t>
            </a:r>
            <a:endParaRPr lang="nl-BE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6EB7A-A062-44DF-DAF2-F6C8D00B2988}"/>
              </a:ext>
            </a:extLst>
          </p:cNvPr>
          <p:cNvSpPr txBox="1"/>
          <p:nvPr/>
        </p:nvSpPr>
        <p:spPr>
          <a:xfrm>
            <a:off x="151089" y="2989180"/>
            <a:ext cx="74100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750 m</a:t>
            </a:r>
            <a:endParaRPr lang="nl-BE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219112-0AE7-88BE-CC6E-784039A24B9C}"/>
              </a:ext>
            </a:extLst>
          </p:cNvPr>
          <p:cNvGrpSpPr/>
          <p:nvPr/>
        </p:nvGrpSpPr>
        <p:grpSpPr>
          <a:xfrm>
            <a:off x="551660" y="1628367"/>
            <a:ext cx="476510" cy="415092"/>
            <a:chOff x="2932009" y="366459"/>
            <a:chExt cx="476510" cy="41509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89C717-8C2D-5A95-0752-255975B7F34E}"/>
                </a:ext>
              </a:extLst>
            </p:cNvPr>
            <p:cNvSpPr/>
            <p:nvPr/>
          </p:nvSpPr>
          <p:spPr>
            <a:xfrm>
              <a:off x="2932009" y="366459"/>
              <a:ext cx="476510" cy="4150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2727DB5-D964-DD77-F9A1-8BA52255FA74}"/>
                </a:ext>
              </a:extLst>
            </p:cNvPr>
            <p:cNvSpPr/>
            <p:nvPr/>
          </p:nvSpPr>
          <p:spPr>
            <a:xfrm>
              <a:off x="3002839" y="437882"/>
              <a:ext cx="334850" cy="148107"/>
            </a:xfrm>
            <a:custGeom>
              <a:avLst/>
              <a:gdLst>
                <a:gd name="connsiteX0" fmla="*/ 689020 w 689020"/>
                <a:gd name="connsiteY0" fmla="*/ 0 h 206062"/>
                <a:gd name="connsiteX1" fmla="*/ 495837 w 689020"/>
                <a:gd name="connsiteY1" fmla="*/ 186743 h 206062"/>
                <a:gd name="connsiteX2" fmla="*/ 212502 w 689020"/>
                <a:gd name="connsiteY2" fmla="*/ 38636 h 206062"/>
                <a:gd name="connsiteX3" fmla="*/ 0 w 689020"/>
                <a:gd name="connsiteY3" fmla="*/ 206062 h 206062"/>
                <a:gd name="connsiteX4" fmla="*/ 0 w 689020"/>
                <a:gd name="connsiteY4" fmla="*/ 206062 h 20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020" h="206062">
                  <a:moveTo>
                    <a:pt x="689020" y="0"/>
                  </a:moveTo>
                  <a:cubicBezTo>
                    <a:pt x="632138" y="90152"/>
                    <a:pt x="575257" y="180304"/>
                    <a:pt x="495837" y="186743"/>
                  </a:cubicBezTo>
                  <a:cubicBezTo>
                    <a:pt x="416417" y="193182"/>
                    <a:pt x="295141" y="35416"/>
                    <a:pt x="212502" y="38636"/>
                  </a:cubicBezTo>
                  <a:cubicBezTo>
                    <a:pt x="129863" y="41856"/>
                    <a:pt x="0" y="206062"/>
                    <a:pt x="0" y="206062"/>
                  </a:cubicBezTo>
                  <a:lnTo>
                    <a:pt x="0" y="206062"/>
                  </a:ln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703F07C-95F6-88AC-7BFD-53CF746652EF}"/>
                </a:ext>
              </a:extLst>
            </p:cNvPr>
            <p:cNvSpPr/>
            <p:nvPr/>
          </p:nvSpPr>
          <p:spPr>
            <a:xfrm>
              <a:off x="3002839" y="583358"/>
              <a:ext cx="334850" cy="148107"/>
            </a:xfrm>
            <a:custGeom>
              <a:avLst/>
              <a:gdLst>
                <a:gd name="connsiteX0" fmla="*/ 689020 w 689020"/>
                <a:gd name="connsiteY0" fmla="*/ 0 h 206062"/>
                <a:gd name="connsiteX1" fmla="*/ 495837 w 689020"/>
                <a:gd name="connsiteY1" fmla="*/ 186743 h 206062"/>
                <a:gd name="connsiteX2" fmla="*/ 212502 w 689020"/>
                <a:gd name="connsiteY2" fmla="*/ 38636 h 206062"/>
                <a:gd name="connsiteX3" fmla="*/ 0 w 689020"/>
                <a:gd name="connsiteY3" fmla="*/ 206062 h 206062"/>
                <a:gd name="connsiteX4" fmla="*/ 0 w 689020"/>
                <a:gd name="connsiteY4" fmla="*/ 206062 h 20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020" h="206062">
                  <a:moveTo>
                    <a:pt x="689020" y="0"/>
                  </a:moveTo>
                  <a:cubicBezTo>
                    <a:pt x="632138" y="90152"/>
                    <a:pt x="575257" y="180304"/>
                    <a:pt x="495837" y="186743"/>
                  </a:cubicBezTo>
                  <a:cubicBezTo>
                    <a:pt x="416417" y="193182"/>
                    <a:pt x="295141" y="35416"/>
                    <a:pt x="212502" y="38636"/>
                  </a:cubicBezTo>
                  <a:cubicBezTo>
                    <a:pt x="129863" y="41856"/>
                    <a:pt x="0" y="206062"/>
                    <a:pt x="0" y="206062"/>
                  </a:cubicBezTo>
                  <a:lnTo>
                    <a:pt x="0" y="206062"/>
                  </a:lnTo>
                </a:path>
              </a:pathLst>
            </a:cu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89749A-A99A-F0D0-58C5-C2011FA11DB7}"/>
              </a:ext>
            </a:extLst>
          </p:cNvPr>
          <p:cNvCxnSpPr>
            <a:cxnSpLocks/>
          </p:cNvCxnSpPr>
          <p:nvPr/>
        </p:nvCxnSpPr>
        <p:spPr>
          <a:xfrm flipV="1">
            <a:off x="807259" y="407984"/>
            <a:ext cx="0" cy="1377764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F758C5-4D23-C327-DB1B-35AECED5DB96}"/>
              </a:ext>
            </a:extLst>
          </p:cNvPr>
          <p:cNvCxnSpPr>
            <a:cxnSpLocks/>
          </p:cNvCxnSpPr>
          <p:nvPr/>
        </p:nvCxnSpPr>
        <p:spPr>
          <a:xfrm flipV="1">
            <a:off x="807259" y="1945879"/>
            <a:ext cx="0" cy="639477"/>
          </a:xfrm>
          <a:prstGeom prst="straightConnector1">
            <a:avLst/>
          </a:prstGeom>
          <a:ln w="28575">
            <a:solidFill>
              <a:srgbClr val="0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844BA6F-58C3-D7D0-22F0-0F35812F0047}"/>
              </a:ext>
            </a:extLst>
          </p:cNvPr>
          <p:cNvSpPr/>
          <p:nvPr/>
        </p:nvSpPr>
        <p:spPr>
          <a:xfrm rot="5400000">
            <a:off x="7727263" y="5838770"/>
            <a:ext cx="476510" cy="129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C997706-D2E9-A6F5-E15F-51256453C7D7}"/>
              </a:ext>
            </a:extLst>
          </p:cNvPr>
          <p:cNvSpPr/>
          <p:nvPr/>
        </p:nvSpPr>
        <p:spPr>
          <a:xfrm rot="5400000">
            <a:off x="7889306" y="5829248"/>
            <a:ext cx="334850" cy="148107"/>
          </a:xfrm>
          <a:custGeom>
            <a:avLst/>
            <a:gdLst>
              <a:gd name="connsiteX0" fmla="*/ 689020 w 689020"/>
              <a:gd name="connsiteY0" fmla="*/ 0 h 206062"/>
              <a:gd name="connsiteX1" fmla="*/ 495837 w 689020"/>
              <a:gd name="connsiteY1" fmla="*/ 186743 h 206062"/>
              <a:gd name="connsiteX2" fmla="*/ 212502 w 689020"/>
              <a:gd name="connsiteY2" fmla="*/ 38636 h 206062"/>
              <a:gd name="connsiteX3" fmla="*/ 0 w 689020"/>
              <a:gd name="connsiteY3" fmla="*/ 206062 h 206062"/>
              <a:gd name="connsiteX4" fmla="*/ 0 w 689020"/>
              <a:gd name="connsiteY4" fmla="*/ 206062 h 20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020" h="206062">
                <a:moveTo>
                  <a:pt x="689020" y="0"/>
                </a:moveTo>
                <a:cubicBezTo>
                  <a:pt x="632138" y="90152"/>
                  <a:pt x="575257" y="180304"/>
                  <a:pt x="495837" y="186743"/>
                </a:cubicBezTo>
                <a:cubicBezTo>
                  <a:pt x="416417" y="193182"/>
                  <a:pt x="295141" y="35416"/>
                  <a:pt x="212502" y="38636"/>
                </a:cubicBezTo>
                <a:cubicBezTo>
                  <a:pt x="129863" y="41856"/>
                  <a:pt x="0" y="206062"/>
                  <a:pt x="0" y="206062"/>
                </a:cubicBezTo>
                <a:lnTo>
                  <a:pt x="0" y="206062"/>
                </a:ln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AD1D04C-9A01-2C48-5957-7749DEE7C307}"/>
              </a:ext>
            </a:extLst>
          </p:cNvPr>
          <p:cNvSpPr/>
          <p:nvPr/>
        </p:nvSpPr>
        <p:spPr>
          <a:xfrm rot="5400000">
            <a:off x="7743830" y="5829248"/>
            <a:ext cx="334850" cy="148107"/>
          </a:xfrm>
          <a:custGeom>
            <a:avLst/>
            <a:gdLst>
              <a:gd name="connsiteX0" fmla="*/ 689020 w 689020"/>
              <a:gd name="connsiteY0" fmla="*/ 0 h 206062"/>
              <a:gd name="connsiteX1" fmla="*/ 495837 w 689020"/>
              <a:gd name="connsiteY1" fmla="*/ 186743 h 206062"/>
              <a:gd name="connsiteX2" fmla="*/ 212502 w 689020"/>
              <a:gd name="connsiteY2" fmla="*/ 38636 h 206062"/>
              <a:gd name="connsiteX3" fmla="*/ 0 w 689020"/>
              <a:gd name="connsiteY3" fmla="*/ 206062 h 206062"/>
              <a:gd name="connsiteX4" fmla="*/ 0 w 689020"/>
              <a:gd name="connsiteY4" fmla="*/ 206062 h 20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020" h="206062">
                <a:moveTo>
                  <a:pt x="689020" y="0"/>
                </a:moveTo>
                <a:cubicBezTo>
                  <a:pt x="632138" y="90152"/>
                  <a:pt x="575257" y="180304"/>
                  <a:pt x="495837" y="186743"/>
                </a:cubicBezTo>
                <a:cubicBezTo>
                  <a:pt x="416417" y="193182"/>
                  <a:pt x="295141" y="35416"/>
                  <a:pt x="212502" y="38636"/>
                </a:cubicBezTo>
                <a:cubicBezTo>
                  <a:pt x="129863" y="41856"/>
                  <a:pt x="0" y="206062"/>
                  <a:pt x="0" y="206062"/>
                </a:cubicBezTo>
                <a:lnTo>
                  <a:pt x="0" y="206062"/>
                </a:ln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E68198-0004-AE0A-5464-1D6323A51FBC}"/>
              </a:ext>
            </a:extLst>
          </p:cNvPr>
          <p:cNvSpPr/>
          <p:nvPr/>
        </p:nvSpPr>
        <p:spPr>
          <a:xfrm>
            <a:off x="9498797" y="281367"/>
            <a:ext cx="2226347" cy="1097280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TAILOR dataset (2023)</a:t>
            </a:r>
          </a:p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15 km, since 2019</a:t>
            </a:r>
            <a:endParaRPr lang="nl-BE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AD263D-C03B-339A-346B-0DF1D888AA48}"/>
              </a:ext>
            </a:extLst>
          </p:cNvPr>
          <p:cNvSpPr txBox="1"/>
          <p:nvPr/>
        </p:nvSpPr>
        <p:spPr>
          <a:xfrm>
            <a:off x="1185633" y="5913022"/>
            <a:ext cx="111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H</a:t>
            </a:r>
            <a:endParaRPr lang="nl-B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4B2484-E832-5E5C-9131-DB114AC9A5D4}"/>
              </a:ext>
            </a:extLst>
          </p:cNvPr>
          <p:cNvSpPr txBox="1"/>
          <p:nvPr/>
        </p:nvSpPr>
        <p:spPr>
          <a:xfrm>
            <a:off x="3002839" y="5919609"/>
            <a:ext cx="111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H</a:t>
            </a:r>
            <a:endParaRPr lang="nl-B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7B5AB7-13AA-6214-0F09-DFECC5B5793D}"/>
              </a:ext>
            </a:extLst>
          </p:cNvPr>
          <p:cNvSpPr txBox="1"/>
          <p:nvPr/>
        </p:nvSpPr>
        <p:spPr>
          <a:xfrm>
            <a:off x="4825858" y="5912987"/>
            <a:ext cx="111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H</a:t>
            </a:r>
            <a:endParaRPr lang="nl-B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BD94EE-1378-4CAA-7F82-09F9A2C064BF}"/>
              </a:ext>
            </a:extLst>
          </p:cNvPr>
          <p:cNvSpPr txBox="1"/>
          <p:nvPr/>
        </p:nvSpPr>
        <p:spPr>
          <a:xfrm>
            <a:off x="6640207" y="5926197"/>
            <a:ext cx="111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H</a:t>
            </a:r>
            <a:endParaRPr lang="nl-B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0CDF2A-9F6D-FEC2-C8E3-36190BC0FCB1}"/>
              </a:ext>
            </a:extLst>
          </p:cNvPr>
          <p:cNvSpPr txBox="1"/>
          <p:nvPr/>
        </p:nvSpPr>
        <p:spPr>
          <a:xfrm>
            <a:off x="10089115" y="5919609"/>
            <a:ext cx="10457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year +</a:t>
            </a:r>
            <a:endParaRPr lang="nl-BE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6FFB25-B37E-1657-74CC-F5654C0FB5AF}"/>
              </a:ext>
            </a:extLst>
          </p:cNvPr>
          <p:cNvSpPr txBox="1"/>
          <p:nvPr/>
        </p:nvSpPr>
        <p:spPr>
          <a:xfrm>
            <a:off x="5437" y="563416"/>
            <a:ext cx="87649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&gt;15 km</a:t>
            </a:r>
            <a:endParaRPr lang="nl-BE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125615-1C14-1906-D1AE-59AE57AB9D08}"/>
              </a:ext>
            </a:extLst>
          </p:cNvPr>
          <p:cNvSpPr/>
          <p:nvPr/>
        </p:nvSpPr>
        <p:spPr>
          <a:xfrm>
            <a:off x="10136465" y="910164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I-24 Motion 2023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 - Tennessee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~6.76 km –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&gt;47 hours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A2FDA3-5E00-3664-653C-23371036C552}"/>
              </a:ext>
            </a:extLst>
          </p:cNvPr>
          <p:cNvSpPr/>
          <p:nvPr/>
        </p:nvSpPr>
        <p:spPr>
          <a:xfrm rot="5400000">
            <a:off x="8762892" y="5856087"/>
            <a:ext cx="476510" cy="129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4DB69E1-EEF5-5EED-338F-9D4DA4B560B8}"/>
              </a:ext>
            </a:extLst>
          </p:cNvPr>
          <p:cNvSpPr/>
          <p:nvPr/>
        </p:nvSpPr>
        <p:spPr>
          <a:xfrm rot="5400000">
            <a:off x="8902075" y="5846565"/>
            <a:ext cx="334850" cy="148107"/>
          </a:xfrm>
          <a:custGeom>
            <a:avLst/>
            <a:gdLst>
              <a:gd name="connsiteX0" fmla="*/ 689020 w 689020"/>
              <a:gd name="connsiteY0" fmla="*/ 0 h 206062"/>
              <a:gd name="connsiteX1" fmla="*/ 495837 w 689020"/>
              <a:gd name="connsiteY1" fmla="*/ 186743 h 206062"/>
              <a:gd name="connsiteX2" fmla="*/ 212502 w 689020"/>
              <a:gd name="connsiteY2" fmla="*/ 38636 h 206062"/>
              <a:gd name="connsiteX3" fmla="*/ 0 w 689020"/>
              <a:gd name="connsiteY3" fmla="*/ 206062 h 206062"/>
              <a:gd name="connsiteX4" fmla="*/ 0 w 689020"/>
              <a:gd name="connsiteY4" fmla="*/ 206062 h 20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020" h="206062">
                <a:moveTo>
                  <a:pt x="689020" y="0"/>
                </a:moveTo>
                <a:cubicBezTo>
                  <a:pt x="632138" y="90152"/>
                  <a:pt x="575257" y="180304"/>
                  <a:pt x="495837" y="186743"/>
                </a:cubicBezTo>
                <a:cubicBezTo>
                  <a:pt x="416417" y="193182"/>
                  <a:pt x="295141" y="35416"/>
                  <a:pt x="212502" y="38636"/>
                </a:cubicBezTo>
                <a:cubicBezTo>
                  <a:pt x="129863" y="41856"/>
                  <a:pt x="0" y="206062"/>
                  <a:pt x="0" y="206062"/>
                </a:cubicBezTo>
                <a:lnTo>
                  <a:pt x="0" y="206062"/>
                </a:ln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A30AAA5-A1B1-3842-1E82-43A4679233EB}"/>
              </a:ext>
            </a:extLst>
          </p:cNvPr>
          <p:cNvSpPr/>
          <p:nvPr/>
        </p:nvSpPr>
        <p:spPr>
          <a:xfrm rot="5400000">
            <a:off x="8764219" y="5846565"/>
            <a:ext cx="334850" cy="148107"/>
          </a:xfrm>
          <a:custGeom>
            <a:avLst/>
            <a:gdLst>
              <a:gd name="connsiteX0" fmla="*/ 689020 w 689020"/>
              <a:gd name="connsiteY0" fmla="*/ 0 h 206062"/>
              <a:gd name="connsiteX1" fmla="*/ 495837 w 689020"/>
              <a:gd name="connsiteY1" fmla="*/ 186743 h 206062"/>
              <a:gd name="connsiteX2" fmla="*/ 212502 w 689020"/>
              <a:gd name="connsiteY2" fmla="*/ 38636 h 206062"/>
              <a:gd name="connsiteX3" fmla="*/ 0 w 689020"/>
              <a:gd name="connsiteY3" fmla="*/ 206062 h 206062"/>
              <a:gd name="connsiteX4" fmla="*/ 0 w 689020"/>
              <a:gd name="connsiteY4" fmla="*/ 206062 h 20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020" h="206062">
                <a:moveTo>
                  <a:pt x="689020" y="0"/>
                </a:moveTo>
                <a:cubicBezTo>
                  <a:pt x="632138" y="90152"/>
                  <a:pt x="575257" y="180304"/>
                  <a:pt x="495837" y="186743"/>
                </a:cubicBezTo>
                <a:cubicBezTo>
                  <a:pt x="416417" y="193182"/>
                  <a:pt x="295141" y="35416"/>
                  <a:pt x="212502" y="38636"/>
                </a:cubicBezTo>
                <a:cubicBezTo>
                  <a:pt x="129863" y="41856"/>
                  <a:pt x="0" y="206062"/>
                  <a:pt x="0" y="206062"/>
                </a:cubicBezTo>
                <a:lnTo>
                  <a:pt x="0" y="206062"/>
                </a:ln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5FE65C-A930-DB49-4732-496511FE0772}"/>
              </a:ext>
            </a:extLst>
          </p:cNvPr>
          <p:cNvSpPr/>
          <p:nvPr/>
        </p:nvSpPr>
        <p:spPr>
          <a:xfrm>
            <a:off x="569004" y="1140085"/>
            <a:ext cx="476510" cy="131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881D4E4-87D6-2C50-0B9C-51852F597F9D}"/>
              </a:ext>
            </a:extLst>
          </p:cNvPr>
          <p:cNvSpPr/>
          <p:nvPr/>
        </p:nvSpPr>
        <p:spPr>
          <a:xfrm>
            <a:off x="639834" y="1061747"/>
            <a:ext cx="334850" cy="148107"/>
          </a:xfrm>
          <a:custGeom>
            <a:avLst/>
            <a:gdLst>
              <a:gd name="connsiteX0" fmla="*/ 689020 w 689020"/>
              <a:gd name="connsiteY0" fmla="*/ 0 h 206062"/>
              <a:gd name="connsiteX1" fmla="*/ 495837 w 689020"/>
              <a:gd name="connsiteY1" fmla="*/ 186743 h 206062"/>
              <a:gd name="connsiteX2" fmla="*/ 212502 w 689020"/>
              <a:gd name="connsiteY2" fmla="*/ 38636 h 206062"/>
              <a:gd name="connsiteX3" fmla="*/ 0 w 689020"/>
              <a:gd name="connsiteY3" fmla="*/ 206062 h 206062"/>
              <a:gd name="connsiteX4" fmla="*/ 0 w 689020"/>
              <a:gd name="connsiteY4" fmla="*/ 206062 h 20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020" h="206062">
                <a:moveTo>
                  <a:pt x="689020" y="0"/>
                </a:moveTo>
                <a:cubicBezTo>
                  <a:pt x="632138" y="90152"/>
                  <a:pt x="575257" y="180304"/>
                  <a:pt x="495837" y="186743"/>
                </a:cubicBezTo>
                <a:cubicBezTo>
                  <a:pt x="416417" y="193182"/>
                  <a:pt x="295141" y="35416"/>
                  <a:pt x="212502" y="38636"/>
                </a:cubicBezTo>
                <a:cubicBezTo>
                  <a:pt x="129863" y="41856"/>
                  <a:pt x="0" y="206062"/>
                  <a:pt x="0" y="206062"/>
                </a:cubicBezTo>
                <a:lnTo>
                  <a:pt x="0" y="206062"/>
                </a:ln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709E049-FC9B-ABAD-E4B2-98ABCBC62AAE}"/>
              </a:ext>
            </a:extLst>
          </p:cNvPr>
          <p:cNvSpPr/>
          <p:nvPr/>
        </p:nvSpPr>
        <p:spPr>
          <a:xfrm>
            <a:off x="639834" y="1199603"/>
            <a:ext cx="334850" cy="148107"/>
          </a:xfrm>
          <a:custGeom>
            <a:avLst/>
            <a:gdLst>
              <a:gd name="connsiteX0" fmla="*/ 689020 w 689020"/>
              <a:gd name="connsiteY0" fmla="*/ 0 h 206062"/>
              <a:gd name="connsiteX1" fmla="*/ 495837 w 689020"/>
              <a:gd name="connsiteY1" fmla="*/ 186743 h 206062"/>
              <a:gd name="connsiteX2" fmla="*/ 212502 w 689020"/>
              <a:gd name="connsiteY2" fmla="*/ 38636 h 206062"/>
              <a:gd name="connsiteX3" fmla="*/ 0 w 689020"/>
              <a:gd name="connsiteY3" fmla="*/ 206062 h 206062"/>
              <a:gd name="connsiteX4" fmla="*/ 0 w 689020"/>
              <a:gd name="connsiteY4" fmla="*/ 206062 h 20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020" h="206062">
                <a:moveTo>
                  <a:pt x="689020" y="0"/>
                </a:moveTo>
                <a:cubicBezTo>
                  <a:pt x="632138" y="90152"/>
                  <a:pt x="575257" y="180304"/>
                  <a:pt x="495837" y="186743"/>
                </a:cubicBezTo>
                <a:cubicBezTo>
                  <a:pt x="416417" y="193182"/>
                  <a:pt x="295141" y="35416"/>
                  <a:pt x="212502" y="38636"/>
                </a:cubicBezTo>
                <a:cubicBezTo>
                  <a:pt x="129863" y="41856"/>
                  <a:pt x="0" y="206062"/>
                  <a:pt x="0" y="206062"/>
                </a:cubicBezTo>
                <a:lnTo>
                  <a:pt x="0" y="206062"/>
                </a:ln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487CBB-30AE-8361-E85E-130E61069D00}"/>
              </a:ext>
            </a:extLst>
          </p:cNvPr>
          <p:cNvSpPr txBox="1"/>
          <p:nvPr/>
        </p:nvSpPr>
        <p:spPr>
          <a:xfrm>
            <a:off x="7905127" y="5919609"/>
            <a:ext cx="111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 H</a:t>
            </a:r>
            <a:endParaRPr lang="nl-B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2B479D-A33F-4752-68CB-E251DEFC6964}"/>
              </a:ext>
            </a:extLst>
          </p:cNvPr>
          <p:cNvSpPr txBox="1"/>
          <p:nvPr/>
        </p:nvSpPr>
        <p:spPr>
          <a:xfrm>
            <a:off x="73182" y="1375869"/>
            <a:ext cx="74100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km</a:t>
            </a:r>
            <a:endParaRPr lang="nl-BE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AE9E66-073E-3776-9B1E-CDFEB84452A2}"/>
              </a:ext>
            </a:extLst>
          </p:cNvPr>
          <p:cNvSpPr/>
          <p:nvPr/>
        </p:nvSpPr>
        <p:spPr>
          <a:xfrm>
            <a:off x="10145340" y="887251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DLR-HT 2023</a:t>
            </a:r>
          </a:p>
          <a:p>
            <a:pPr algn="ctr"/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Germany–Saxony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km –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hours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9FEFAA-1163-0938-5FFB-4DA3BCBEB439}"/>
              </a:ext>
            </a:extLst>
          </p:cNvPr>
          <p:cNvSpPr/>
          <p:nvPr/>
        </p:nvSpPr>
        <p:spPr>
          <a:xfrm>
            <a:off x="10164865" y="875965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2022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Germany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420 m – 16 hours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F0B1CA-C654-A2D5-71D6-8C64C66BB559}"/>
              </a:ext>
            </a:extLst>
          </p:cNvPr>
          <p:cNvSpPr/>
          <p:nvPr/>
        </p:nvSpPr>
        <p:spPr>
          <a:xfrm>
            <a:off x="10171965" y="889549"/>
            <a:ext cx="1614392" cy="128015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MiTra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Italy – Milan 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900 m – 135 min</a:t>
            </a:r>
            <a:endParaRPr lang="nl-B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9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91667E-6 -2.96296E-6 L -0.65183 0.47385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591" y="2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5E-6 1.11111E-6 L -0.81341 0.35903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77" y="1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0"/>
                            </p:stCondLst>
                            <p:childTnLst>
                              <p:par>
                                <p:cTn id="32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6 -3.33333E-6 L -0.81224 0.34051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12" y="1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0"/>
                            </p:stCondLst>
                            <p:childTnLst>
                              <p:par>
                                <p:cTn id="35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00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91667E-6 1.48148E-6 L -0.67852 0.4419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32" y="2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000"/>
                            </p:stCondLst>
                            <p:childTnLst>
                              <p:par>
                                <p:cTn id="46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0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4500"/>
                            </p:stCondLst>
                            <p:childTnLst>
                              <p:par>
                                <p:cTn id="54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91667E-6 -1.85185E-6 L -0.41341 0.51459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77" y="2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500"/>
                            </p:stCondLst>
                            <p:childTnLst>
                              <p:par>
                                <p:cTn id="57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75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800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5E-6 4.44444E-6 L -0.79024 0.08449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18" y="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1500"/>
                            </p:stCondLst>
                            <p:childTnLst>
                              <p:par>
                                <p:cTn id="76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91667E-6 2.77556E-17 L -0.79037 0.57407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18" y="28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3500"/>
                            </p:stCondLst>
                            <p:childTnLst>
                              <p:par>
                                <p:cTn id="79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0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4500"/>
                            </p:stCondLst>
                            <p:childTnLst>
                              <p:par>
                                <p:cTn id="8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0"/>
                            </p:stCondLst>
                            <p:childTnLst>
                              <p:par>
                                <p:cTn id="87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91667E-6 4.07407E-6 L -0.81354 0.35046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77" y="1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7000"/>
                            </p:stCondLst>
                            <p:childTnLst>
                              <p:par>
                                <p:cTn id="90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0"/>
                            </p:stCondLst>
                            <p:childTnLst>
                              <p:par>
                                <p:cTn id="9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500"/>
                            </p:stCondLst>
                            <p:childTnLst>
                              <p:par>
                                <p:cTn id="98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6 4.81481E-6 L -0.80677 0.42662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339" y="2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500"/>
                            </p:stCondLst>
                            <p:childTnLst>
                              <p:par>
                                <p:cTn id="101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2" dur="1000" fill="hold"/>
                                        <p:tgtEl>
                                          <p:spTgt spid="13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1500"/>
                            </p:stCondLst>
                            <p:childTnLst>
                              <p:par>
                                <p:cTn id="10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9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04167E-6 1.11111E-6 L -0.52526 0.5588 " pathEditMode="relative" rAng="0" ptsTypes="AA">
                                      <p:cBhvr>
                                        <p:cTn id="1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63" y="2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4000"/>
                            </p:stCondLst>
                            <p:childTnLst>
                              <p:par>
                                <p:cTn id="112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5500"/>
                            </p:stCondLst>
                            <p:childTnLst>
                              <p:par>
                                <p:cTn id="120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7 -2.59259E-6 L -0.79948 0.50787 " pathEditMode="relative" rAng="0" ptsTypes="AA">
                                      <p:cBhvr>
                                        <p:cTn id="1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4" y="2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7500"/>
                            </p:stCondLst>
                            <p:childTnLst>
                              <p:par>
                                <p:cTn id="123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4" dur="1000" fill="hold"/>
                                        <p:tgtEl>
                                          <p:spTgt spid="15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8500"/>
                            </p:stCondLst>
                            <p:childTnLst>
                              <p:par>
                                <p:cTn id="1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9000"/>
                            </p:stCondLst>
                            <p:childTnLst>
                              <p:par>
                                <p:cTn id="131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7 0.00301 L -0.26367 0.42223 " pathEditMode="relative" rAng="0" ptsTypes="AA">
                                      <p:cBhvr>
                                        <p:cTn id="1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90" y="20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1000"/>
                            </p:stCondLst>
                            <p:childTnLst>
                              <p:par>
                                <p:cTn id="134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5" dur="1000" fill="hold"/>
                                        <p:tgtEl>
                                          <p:spTgt spid="28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2500"/>
                            </p:stCondLst>
                            <p:childTnLst>
                              <p:par>
                                <p:cTn id="142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0.00301 L -0.20938 -0.01019 " pathEditMode="relative" rAng="0" ptsTypes="AA">
                                      <p:cBhvr>
                                        <p:cTn id="1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69" y="-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4500"/>
                            </p:stCondLst>
                            <p:childTnLst>
                              <p:par>
                                <p:cTn id="145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6" dur="1000" fill="hold"/>
                                        <p:tgtEl>
                                          <p:spTgt spid="39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5500"/>
                            </p:stCondLst>
                            <p:childTnLst>
                              <p:par>
                                <p:cTn id="1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46000"/>
                            </p:stCondLst>
                            <p:childTnLst>
                              <p:par>
                                <p:cTn id="153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0833E-6 0.003 L -0.27266 0.06342 " pathEditMode="relative" rAng="0" ptsTypes="AA">
                                      <p:cBhvr>
                                        <p:cTn id="1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33" y="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48000"/>
                            </p:stCondLst>
                            <p:childTnLst>
                              <p:par>
                                <p:cTn id="156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7" dur="1000" fill="hold"/>
                                        <p:tgtEl>
                                          <p:spTgt spid="24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1000"/>
                            </p:stCondLst>
                            <p:childTnLst>
                              <p:par>
                                <p:cTn id="15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1500"/>
                            </p:stCondLst>
                            <p:childTnLst>
                              <p:par>
                                <p:cTn id="164" presetID="42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8.33333E-7 0.00301 L -0.66992 0.17824 " pathEditMode="relative" rAng="0" ptsTypes="AA">
                                      <p:cBhvr>
                                        <p:cTn id="1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503" y="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3500"/>
                            </p:stCondLst>
                            <p:childTnLst>
                              <p:par>
                                <p:cTn id="167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8" dur="1000" fill="hold"/>
                                        <p:tgtEl>
                                          <p:spTgt spid="29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4500"/>
                            </p:stCondLst>
                            <p:childTnLst>
                              <p:par>
                                <p:cTn id="17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30" grpId="0" animBg="1"/>
      <p:bldP spid="39" grpId="0" animBg="1"/>
      <p:bldP spid="39" grpId="1" animBg="1"/>
      <p:bldP spid="39" grpId="2" animBg="1"/>
      <p:bldP spid="24" grpId="0" animBg="1"/>
      <p:bldP spid="24" grpId="1" animBg="1"/>
      <p:bldP spid="24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Arman</dc:creator>
  <cp:lastModifiedBy>Ali Arman</cp:lastModifiedBy>
  <cp:revision>7</cp:revision>
  <dcterms:created xsi:type="dcterms:W3CDTF">2026-01-05T17:20:39Z</dcterms:created>
  <dcterms:modified xsi:type="dcterms:W3CDTF">2026-01-06T08:53:09Z</dcterms:modified>
</cp:coreProperties>
</file>